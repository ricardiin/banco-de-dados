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53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E86E-0EB5-4594-8A2C-440E555DF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C151CC-2C16-E2DE-E7A4-E2096A49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5E7CBE-FD6A-6500-9278-939EB9EF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D6E819-8A50-8483-4B72-76EC34E3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7B23F4-D435-1B8A-D351-B113D65F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35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4AE09-2763-4E47-1E53-A645B651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EAE26A-A699-7CDA-A20F-A92CDDFCB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3155B9-EAF3-F88B-7F62-DFBF45F5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08BB1-4FDD-2DF8-7AE7-B2456954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1E7757-04E0-16A2-8EB0-D028E3F9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66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0105B-AA29-A86C-7BE3-134330FF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FC4A5-27E2-94D0-A11C-B05710C5C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00E05-9116-A4E9-32A6-F2DDF4BD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6FC161-37FD-AC21-289A-181B8FF7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49D189-BEF5-8F9D-F511-35CF9FEF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14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BFF04-8427-60F0-4565-B30543BC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ADE83-D21D-E723-754C-A56A2554A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848FE9-9D55-E618-C3A7-1946ED766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B62712-FBAA-86DC-15F4-3B0FF08A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2EA472-5051-FEE2-D6E6-0C79684C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9E8BF2-6C62-3527-F3AB-B3DD0086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49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75657-BB4A-0E57-594F-7404C41A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628E4F-3CC2-18CF-C618-F6EC85E1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3449C2-8655-5059-6444-51A48DD54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C17AEF-24B2-8205-A8C8-09C1F6F62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C89378-B244-98DA-3889-E3FB94D95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1FB21A-CAE0-18EF-D605-92453579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2E2C82-34E3-7283-DF96-DE1F9CD0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23AF427-C30A-FA7D-0616-3B16C3A0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28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49C3D-2167-77EF-FD91-DD54724C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2D530B-0A07-8823-A0F1-E4C74018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D108B3-BF7F-16D7-91EF-CA367B2C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E6C8B-EA3B-5373-F7E8-39A70999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1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1EB1A4-2C3E-A916-28A3-13A25E26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CDD1DE-1EEF-ED51-5163-C06F8B60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EF3F6-63C1-8045-6A62-F931B8BC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14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408CC-FDF6-39ED-F4D2-E64F92B8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5A4DA8-FB94-D716-BCE2-767761343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7F7557-911A-1E51-DEB5-934D95865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23EEBC-BEEB-28C5-0227-87717CB4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6E8ABF-2136-CA14-21F6-F6221884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BA158-C342-0F10-28AD-05B83EF8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26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B3EE3-3A04-72F5-AB60-D1788319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922E83-2279-82A7-F0BC-76FF6DC8E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F37E38-A061-8B7E-0200-8C2C6332C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D8CA70-CB65-DFF4-63B0-4C9C790D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8D1390-E222-8FE7-39FC-151CD4B0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251F20-1D5F-CD96-25D0-B876DB67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23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3B7DC-129C-14CA-F296-29459704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FC725F-9523-E7B7-CF03-77D68D6DF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1ED790-7910-0855-A2A2-CC2B5E0F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9E2ED5-901A-0C46-E4CF-9DCAAAFC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812543-ADBC-2834-DC70-102F8C0C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06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A1DB14-3C95-8F91-85A1-88E909524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85B786-8BEB-F57F-CD39-E3E95CB43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126A1A-A3FC-8B26-EE99-EFACA58D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8F1DC-A275-F18F-0FC2-A7B4188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D1147C-AF09-04D8-7D7E-FD1F0ED4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95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4495CE8-DD4B-2F81-ADD6-AC2A7EF1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DF2089-E053-EB67-AE06-D15996712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E3908E-5D55-799F-30DD-4AFA29E42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9BB5C-2274-4CC5-BBCB-D11B8C32C1A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B9E8B7-66F8-1804-90A6-F5E65CFFB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2A6426-D3BF-169B-8234-52F07F9FA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1957A-291D-4D9C-BBCC-4042D50734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0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8A0E9C7-3F96-2319-E888-7BFFE978BE82}"/>
              </a:ext>
            </a:extLst>
          </p:cNvPr>
          <p:cNvSpPr txBox="1"/>
          <p:nvPr/>
        </p:nvSpPr>
        <p:spPr>
          <a:xfrm>
            <a:off x="412527" y="272442"/>
            <a:ext cx="3963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VAMOS PRATICAR...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F2DA93-5011-B070-44B4-20BC032BC1EF}"/>
              </a:ext>
            </a:extLst>
          </p:cNvPr>
          <p:cNvSpPr txBox="1"/>
          <p:nvPr/>
        </p:nvSpPr>
        <p:spPr>
          <a:xfrm>
            <a:off x="412527" y="1382286"/>
            <a:ext cx="110781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pt-BR" sz="2000" dirty="0"/>
              <a:t>Uma lista como o nome de todas as mulheres.</a:t>
            </a:r>
          </a:p>
          <a:p>
            <a:pPr marL="457200" indent="-457200">
              <a:buAutoNum type="arabicParenR"/>
            </a:pPr>
            <a:r>
              <a:rPr lang="pt-BR" sz="2000" dirty="0"/>
              <a:t>Uma lista com os dados de todos aqueles que nasceram entre 01/01/2000 e 31/12/2013</a:t>
            </a:r>
          </a:p>
          <a:p>
            <a:pPr marL="457200" indent="-457200">
              <a:buAutoNum type="arabicParenR"/>
            </a:pPr>
            <a:r>
              <a:rPr lang="pt-BR" sz="2000" dirty="0"/>
              <a:t>Uma lista com o nome de todos os homens que trabalham como Contador.</a:t>
            </a:r>
          </a:p>
          <a:p>
            <a:pPr marL="457200" indent="-457200">
              <a:buAutoNum type="arabicParenR"/>
            </a:pPr>
            <a:r>
              <a:rPr lang="pt-BR" sz="2000" dirty="0"/>
              <a:t>Uma lista com todos os dados de todas as mulheres que nasceram no Brasil e que tem seu nome iniciando com a letra G</a:t>
            </a:r>
          </a:p>
          <a:p>
            <a:pPr marL="457200" indent="-457200">
              <a:buAutoNum type="arabicParenR"/>
            </a:pPr>
            <a:r>
              <a:rPr lang="pt-BR" sz="2000" dirty="0"/>
              <a:t>Uma lista com nome e nacionalidade de todos os homens que têm Silva no nome, não nasceram no Brasil e pesam menos de 80kg.</a:t>
            </a:r>
          </a:p>
          <a:p>
            <a:pPr marL="457200" indent="-457200">
              <a:buAutoNum type="arabicParenR"/>
            </a:pPr>
            <a:r>
              <a:rPr lang="pt-BR" sz="2000" dirty="0"/>
              <a:t>Qual é a maior altura entre os estudantes homens que moram no Brasil.</a:t>
            </a:r>
          </a:p>
          <a:p>
            <a:pPr marL="457200" indent="-457200">
              <a:buAutoNum type="arabicParenR"/>
            </a:pPr>
            <a:r>
              <a:rPr lang="pt-BR" sz="2000" dirty="0"/>
              <a:t>Qual é a média de peso dos estudantes cadastrados.</a:t>
            </a:r>
          </a:p>
          <a:p>
            <a:pPr marL="457200" indent="-457200">
              <a:buAutoNum type="arabicParenR"/>
            </a:pPr>
            <a:r>
              <a:rPr lang="pt-BR" sz="2000" dirty="0"/>
              <a:t>Qual é a média de peso das mulheres cadastradas.</a:t>
            </a:r>
          </a:p>
          <a:p>
            <a:pPr marL="457200" indent="-457200">
              <a:buAutoNum type="arabicParenR"/>
            </a:pPr>
            <a:r>
              <a:rPr lang="pt-BR" sz="2000" dirty="0"/>
              <a:t>Qual é o menor peso entre as mulheres que nasceram fora do Brasil e entre 01/01/1970 e 31/12/2000.</a:t>
            </a:r>
          </a:p>
          <a:p>
            <a:pPr marL="457200" indent="-457200">
              <a:buAutoNum type="arabicParenR"/>
            </a:pPr>
            <a:r>
              <a:rPr lang="pt-BR" sz="2000" dirty="0"/>
              <a:t>Quantas mulheres tem mais de 1.60 de altura.</a:t>
            </a:r>
          </a:p>
        </p:txBody>
      </p:sp>
    </p:spTree>
    <p:extLst>
      <p:ext uri="{BB962C8B-B14F-4D97-AF65-F5344CB8AC3E}">
        <p14:creationId xmlns:p14="http://schemas.microsoft.com/office/powerpoint/2010/main" val="65387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E3E9D66-F396-EB8A-F49C-28A8326D3605}"/>
              </a:ext>
            </a:extLst>
          </p:cNvPr>
          <p:cNvSpPr txBox="1"/>
          <p:nvPr/>
        </p:nvSpPr>
        <p:spPr>
          <a:xfrm>
            <a:off x="381076" y="751507"/>
            <a:ext cx="1123990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11) Uma lista com as profissões dos alunos e seus respectivos quantitativos: Aqui quero saber quantos são administradores, quantos são vendedores, quantos são programadores... E assim sucessivamente.</a:t>
            </a:r>
          </a:p>
          <a:p>
            <a:endParaRPr lang="pt-BR" sz="2000" dirty="0"/>
          </a:p>
          <a:p>
            <a:r>
              <a:rPr lang="pt-BR" sz="2000" dirty="0"/>
              <a:t>12) Quantos alunos homens e quantas mulheres nasceram após 01/01/2000.</a:t>
            </a:r>
          </a:p>
          <a:p>
            <a:pPr marL="457200" indent="-457200">
              <a:buAutoNum type="alphaLcParenR"/>
            </a:pPr>
            <a:r>
              <a:rPr lang="pt-BR" sz="2000" dirty="0"/>
              <a:t>Quero saber todas os alunos que nasceram acima de 01/01/2000</a:t>
            </a:r>
          </a:p>
          <a:p>
            <a:pPr marL="457200" indent="-457200">
              <a:buAutoNum type="alphaLcParenR"/>
            </a:pPr>
            <a:r>
              <a:rPr lang="pt-BR" sz="2000" dirty="0"/>
              <a:t>Depois agrupa-los por sexo, e ver quantos homens que quantas mulheres nasceram após de 01/01/2000</a:t>
            </a:r>
          </a:p>
          <a:p>
            <a:pPr marL="457200" indent="-457200">
              <a:buAutoNum type="alphaLcParenR"/>
            </a:pPr>
            <a:endParaRPr lang="pt-BR" sz="2000" dirty="0"/>
          </a:p>
          <a:p>
            <a:r>
              <a:rPr lang="pt-BR" sz="2000" dirty="0"/>
              <a:t>13) Uma lista com os alunos que nasceram fora do Brasil, mostrando o país de origem e o total de pessoas nascidas lá. Só nos interessam os países que tiverem mais de 2 alunos com essa nacionalidade.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dirty="0"/>
              <a:t>Quero saber quantas alunos moram na Argentina, quantas moram no Canadá... Assim sucessivamente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2000" dirty="0"/>
              <a:t>E quero mostrar os países que tem mais de 2 alunos.</a:t>
            </a:r>
          </a:p>
        </p:txBody>
      </p:sp>
    </p:spTree>
    <p:extLst>
      <p:ext uri="{BB962C8B-B14F-4D97-AF65-F5344CB8AC3E}">
        <p14:creationId xmlns:p14="http://schemas.microsoft.com/office/powerpoint/2010/main" val="421213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D3E27B1F-A68C-B2B1-0043-6BF21A05A082}"/>
              </a:ext>
            </a:extLst>
          </p:cNvPr>
          <p:cNvSpPr txBox="1"/>
          <p:nvPr/>
        </p:nvSpPr>
        <p:spPr>
          <a:xfrm>
            <a:off x="243068" y="416837"/>
            <a:ext cx="112311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14) Uma lista agrupada pela altura dos alunos, mostrando quantas pessoas pesam mais de 80kg e que estão acima da média de altura de todos os cadastrados: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Média da altura de todos os alunos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Todas as pessoas que pesam mais de 80kg 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Todas as pessoas que pesam mais de 80kg e agrupar por altura</a:t>
            </a:r>
          </a:p>
          <a:p>
            <a:pPr marL="914400" lvl="1" indent="-457200">
              <a:buFont typeface="+mj-lt"/>
              <a:buAutoNum type="alphaLcParenR"/>
            </a:pPr>
            <a:r>
              <a:rPr lang="pt-BR" sz="2000" dirty="0"/>
              <a:t>Todas as pessoas que pesam mais de 80kg e agrupar por altura, e mostrar somente os que tem altura acima da média</a:t>
            </a:r>
          </a:p>
        </p:txBody>
      </p:sp>
    </p:spTree>
    <p:extLst>
      <p:ext uri="{BB962C8B-B14F-4D97-AF65-F5344CB8AC3E}">
        <p14:creationId xmlns:p14="http://schemas.microsoft.com/office/powerpoint/2010/main" val="470481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372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SIRLENE APARECIDA DOS SANTOS SANCHES</dc:creator>
  <cp:lastModifiedBy>SIRLENE APARECIDA DOS SANTOS SANCHES</cp:lastModifiedBy>
  <cp:revision>4</cp:revision>
  <dcterms:created xsi:type="dcterms:W3CDTF">2024-11-27T00:42:29Z</dcterms:created>
  <dcterms:modified xsi:type="dcterms:W3CDTF">2026-03-02T20:00:52Z</dcterms:modified>
</cp:coreProperties>
</file>